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6745" y="1184910"/>
            <a:ext cx="9799200" cy="2570400"/>
          </a:xfrm>
        </p:spPr>
        <p:txBody>
          <a:bodyPr/>
          <a:p>
            <a:r>
              <a:rPr lang="en-US" altLang="zh-CN"/>
              <a:t>ESP32-S3</a:t>
            </a:r>
            <a:r>
              <a:rPr lang="zh-CN" altLang="en-US"/>
              <a:t>开发教程</a:t>
            </a:r>
            <a:br>
              <a:rPr lang="zh-CN" altLang="en-US"/>
            </a:br>
            <a:r>
              <a:rPr lang="en-US" altLang="zh-CN"/>
              <a:t>1-</a:t>
            </a:r>
            <a:r>
              <a:rPr lang="zh-CN" altLang="en-US"/>
              <a:t>开发环境</a:t>
            </a:r>
            <a:r>
              <a:rPr lang="zh-CN" altLang="en-US"/>
              <a:t>搭建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6745" y="4331290"/>
            <a:ext cx="9799200" cy="1472400"/>
          </a:xfrm>
        </p:spPr>
        <p:txBody>
          <a:bodyPr/>
          <a:p>
            <a:r>
              <a:rPr lang="zh-CN" altLang="en-US"/>
              <a:t>中北大学</a:t>
            </a:r>
            <a:r>
              <a:rPr lang="en-US" altLang="zh-CN"/>
              <a:t>AI</a:t>
            </a:r>
            <a:r>
              <a:rPr lang="zh-CN" altLang="en-US"/>
              <a:t>融创创新</a:t>
            </a:r>
            <a:r>
              <a:rPr lang="zh-CN" altLang="en-US"/>
              <a:t>实验室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1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VS Code </a:t>
            </a:r>
            <a:r>
              <a:rPr lang="zh-CN" altLang="en-US"/>
              <a:t>下载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</a:t>
            </a:r>
            <a:r>
              <a:rPr lang="en-US" altLang="zh-CN"/>
              <a:t>C</a:t>
            </a:r>
            <a:r>
              <a:rPr lang="zh-CN" altLang="en-US"/>
              <a:t>语言插件、</a:t>
            </a:r>
            <a:r>
              <a:rPr lang="en-US" altLang="zh-CN"/>
              <a:t>ESP-IDF</a:t>
            </a:r>
            <a:r>
              <a:rPr lang="zh-CN" altLang="en-US"/>
              <a:t>插件下载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三、</a:t>
            </a:r>
            <a:r>
              <a:rPr lang="en-US" altLang="zh-CN"/>
              <a:t>TRAE AI</a:t>
            </a:r>
            <a:r>
              <a:rPr lang="zh-CN" altLang="en-US"/>
              <a:t>编程插件下载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WPS 演示</Application>
  <PresentationFormat>宽屏</PresentationFormat>
  <Paragraphs>10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ESP32-S3开发教程 1-开发环境搭建</vt:lpstr>
      <vt:lpstr>PowerPoint 演示文稿</vt:lpstr>
      <vt:lpstr>一、VS Code 下载</vt:lpstr>
      <vt:lpstr>二、C语言插件、ESP-IDF插件下载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风痕天际</cp:lastModifiedBy>
  <cp:revision>158</cp:revision>
  <dcterms:created xsi:type="dcterms:W3CDTF">2019-06-19T02:08:00Z</dcterms:created>
  <dcterms:modified xsi:type="dcterms:W3CDTF">2026-01-27T03:42:53Z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10425286337E45C581C4DBD2199D0B6E_11</vt:lpwstr>
  </property>
</Properties>
</file>