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3" r:id="rId4"/>
    <p:sldId id="259" r:id="rId5"/>
    <p:sldId id="264" r:id="rId6"/>
    <p:sldId id="262" r:id="rId7"/>
    <p:sldId id="260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6745" y="1184910"/>
            <a:ext cx="9799200" cy="2570400"/>
          </a:xfrm>
        </p:spPr>
        <p:txBody>
          <a:bodyPr>
            <a:normAutofit fontScale="90000"/>
          </a:bodyPr>
          <a:p>
            <a:r>
              <a:rPr lang="en-US" altLang="zh-CN"/>
              <a:t>ESP32-S3</a:t>
            </a:r>
            <a:r>
              <a:rPr lang="zh-CN" altLang="en-US"/>
              <a:t>开发教程</a:t>
            </a:r>
            <a:br>
              <a:rPr lang="zh-CN" altLang="en-US"/>
            </a:br>
            <a:r>
              <a:rPr lang="en-US" altLang="zh-CN"/>
              <a:t>2-GPIO</a:t>
            </a:r>
            <a:r>
              <a:rPr lang="zh-CN" altLang="en-US"/>
              <a:t>输出（点亮一个</a:t>
            </a:r>
            <a:r>
              <a:rPr lang="en-US" altLang="zh-CN"/>
              <a:t>LED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6745" y="4331290"/>
            <a:ext cx="9799200" cy="1472400"/>
          </a:xfrm>
        </p:spPr>
        <p:txBody>
          <a:bodyPr/>
          <a:p>
            <a:r>
              <a:rPr lang="zh-CN" altLang="en-US"/>
              <a:t>中北大学</a:t>
            </a:r>
            <a:r>
              <a:rPr lang="en-US" altLang="zh-CN"/>
              <a:t>AI</a:t>
            </a:r>
            <a:r>
              <a:rPr lang="zh-CN" altLang="en-US"/>
              <a:t>融创创新</a:t>
            </a:r>
            <a:r>
              <a:rPr lang="zh-CN" altLang="en-US"/>
              <a:t>实验室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1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en-US" altLang="zh-CN"/>
              <a:t>LED</a:t>
            </a:r>
            <a:r>
              <a:rPr lang="zh-CN" altLang="en-US"/>
              <a:t>概述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rcRect l="1003" t="7158" r="53283" b="23592"/>
          <a:stretch>
            <a:fillRect/>
          </a:stretch>
        </p:blipFill>
        <p:spPr>
          <a:xfrm>
            <a:off x="1136650" y="2769870"/>
            <a:ext cx="2286000" cy="1701800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rcRect l="13419" r="59067"/>
          <a:stretch>
            <a:fillRect/>
          </a:stretch>
        </p:blipFill>
        <p:spPr>
          <a:xfrm>
            <a:off x="6096000" y="1624330"/>
            <a:ext cx="2588260" cy="4424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</a:t>
            </a:r>
            <a:r>
              <a:rPr lang="en-US" altLang="zh-CN"/>
              <a:t>GPIO</a:t>
            </a:r>
            <a:r>
              <a:rPr lang="zh-CN" altLang="en-US"/>
              <a:t>概述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93140" y="2087880"/>
            <a:ext cx="10292080" cy="215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GPIO </a:t>
            </a:r>
            <a:r>
              <a:rPr lang="zh-CN" altLang="en-US" sz="2400"/>
              <a:t>是</a:t>
            </a:r>
            <a:r>
              <a:rPr lang="zh-CN" altLang="en-US" sz="2800">
                <a:solidFill>
                  <a:srgbClr val="FF0000"/>
                </a:solidFill>
              </a:rPr>
              <a:t>通用输入输出口</a:t>
            </a:r>
            <a:r>
              <a:rPr lang="zh-CN" altLang="en-US" sz="2400"/>
              <a:t>（</a:t>
            </a:r>
            <a:r>
              <a:rPr lang="en-US" altLang="zh-CN" sz="2400"/>
              <a:t>General Purpose Input/Output</a:t>
            </a:r>
            <a:r>
              <a:rPr lang="zh-CN" altLang="en-US" sz="2400"/>
              <a:t>）的缩写，是微控制器（</a:t>
            </a:r>
            <a:r>
              <a:rPr lang="en-US" altLang="zh-CN" sz="2400"/>
              <a:t>MCU/MPU</a:t>
            </a:r>
            <a:r>
              <a:rPr lang="zh-CN" altLang="en-US" sz="2400"/>
              <a:t>）、</a:t>
            </a:r>
            <a:r>
              <a:rPr lang="en-US" altLang="zh-CN" sz="2400"/>
              <a:t>FPGA/CPLD</a:t>
            </a:r>
            <a:r>
              <a:rPr lang="zh-CN" altLang="en-US" sz="2400"/>
              <a:t>、单片机等数字器件的</a:t>
            </a:r>
            <a:r>
              <a:rPr lang="zh-CN" altLang="en-US" sz="2800">
                <a:solidFill>
                  <a:srgbClr val="FF0000"/>
                </a:solidFill>
              </a:rPr>
              <a:t>基础可编程通用外设</a:t>
            </a:r>
            <a:r>
              <a:rPr lang="zh-CN" altLang="en-US" sz="2400"/>
              <a:t>，无专用的通信、采集或驱动功能，可通过软件灵活配置为输入</a:t>
            </a:r>
            <a:r>
              <a:rPr lang="en-US" altLang="zh-CN" sz="2400"/>
              <a:t> / </a:t>
            </a:r>
            <a:r>
              <a:rPr lang="zh-CN" altLang="en-US" sz="2400"/>
              <a:t>输出模式，实现器件与外部电路的数字信号双向交互。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三、</a:t>
            </a:r>
            <a:r>
              <a:rPr lang="en-US" altLang="zh-CN"/>
              <a:t>ESP32-S3</a:t>
            </a:r>
            <a:r>
              <a:rPr lang="zh-CN" altLang="en-US"/>
              <a:t>中的</a:t>
            </a:r>
            <a:r>
              <a:rPr lang="en-US" altLang="zh-CN"/>
              <a:t>GPIO</a:t>
            </a:r>
            <a:r>
              <a:rPr lang="zh-CN" altLang="en-US"/>
              <a:t>分布</a:t>
            </a:r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936105" y="1551940"/>
            <a:ext cx="4483735" cy="4854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5946" t="36889" r="36640" b="27311"/>
          <a:stretch>
            <a:fillRect/>
          </a:stretch>
        </p:blipFill>
        <p:spPr>
          <a:xfrm>
            <a:off x="1407160" y="1447800"/>
            <a:ext cx="3782695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二、新建一个工</a:t>
            </a:r>
            <a:r>
              <a:rPr lang="zh-CN" altLang="en-US"/>
              <a:t>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3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二、如何配置一个</a:t>
            </a:r>
            <a:r>
              <a:rPr lang="en-US" altLang="zh-CN"/>
              <a:t>GPIO</a:t>
            </a:r>
            <a:r>
              <a:rPr lang="zh-CN" altLang="en-US"/>
              <a:t>口为输出</a:t>
            </a:r>
            <a:r>
              <a:rPr lang="zh-CN" altLang="en-US"/>
              <a:t>模式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三、编译</a:t>
            </a:r>
            <a:r>
              <a:rPr lang="zh-CN" altLang="en-US"/>
              <a:t>烧录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2"/>
          <a:srcRect l="10453" t="26916" r="9233" b="19599"/>
          <a:stretch>
            <a:fillRect/>
          </a:stretch>
        </p:blipFill>
        <p:spPr>
          <a:xfrm>
            <a:off x="9539605" y="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WPS 演示</Application>
  <PresentationFormat>宽屏</PresentationFormat>
  <Paragraphs>18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ESP32-S3开发教程 2-GPIO输出（点亮一个LED）</vt:lpstr>
      <vt:lpstr>一、LED概述</vt:lpstr>
      <vt:lpstr>二、GPIO概述</vt:lpstr>
      <vt:lpstr>三、ESP32-S3中的GPIO分布</vt:lpstr>
      <vt:lpstr>二、新建一个工程</vt:lpstr>
      <vt:lpstr>二、如何配置一个GPIO口为输出模式</vt:lpstr>
      <vt:lpstr>三、编译烧录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风痕天际</cp:lastModifiedBy>
  <cp:revision>162</cp:revision>
  <dcterms:created xsi:type="dcterms:W3CDTF">2019-06-19T02:08:00Z</dcterms:created>
  <dcterms:modified xsi:type="dcterms:W3CDTF">2026-01-28T07:35:01Z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10425286337E45C581C4DBD2199D0B6E_11</vt:lpwstr>
  </property>
</Properties>
</file>